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576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011680"/>
            <a:ext cx="4876495" cy="50800"/>
          </a:xfrm>
          <a:prstGeom prst="rect">
            <a:avLst/>
          </a:prstGeom>
          <a:solidFill>
            <a:srgbClr val="FF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" y="23368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000000"/>
                </a:solidFill>
              </a:defRPr>
            </a:pPr>
            <a:r>
              <a:t>株式会社エイジレス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株式会社エイジレス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FFC864"/>
                </a:solidFill>
              </a:defRPr>
            </a:pPr>
            <a:r>
              <a:t>Ageless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年齢を超えた価値創造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5303520"/>
            <a:ext cx="4876495" cy="50800"/>
          </a:xfrm>
          <a:prstGeom prst="rect">
            <a:avLst/>
          </a:prstGeom>
          <a:solidFill>
            <a:srgbClr val="FF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会社概要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ミッション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C3C3C"/>
                </a:solidFill>
              </a:defRPr>
            </a:pPr>
            <a:r>
              <a:t>年齢にとらわれない価値の創造を使命とし、</a:t>
            </a:r>
          </a:p>
          <a:p>
            <a:pPr>
              <a:spcBef>
                <a:spcPts val="600"/>
              </a:spcBef>
              <a:defRPr sz="1800">
                <a:solidFill>
                  <a:srgbClr val="3C3C3C"/>
                </a:solidFill>
              </a:defRPr>
            </a:pPr>
            <a:r>
              <a:t>テクノロジーと人間性の融合により、</a:t>
            </a:r>
          </a:p>
          <a:p>
            <a:pPr>
              <a:spcBef>
                <a:spcPts val="600"/>
              </a:spcBef>
              <a:defRPr sz="1800">
                <a:solidFill>
                  <a:srgbClr val="3C3C3C"/>
                </a:solidFill>
              </a:defRPr>
            </a:pPr>
            <a:r>
              <a:t>すべての世代が活躍できる社会の実現を目指す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設立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114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20XX年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従業員数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72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XX名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29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資本金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029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X,XXX万円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486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本社所在地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486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69696"/>
                </a:solidFill>
              </a:defRPr>
            </a:pPr>
            <a: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86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東京都XXX区XXX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2F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0040"/>
            <a:ext cx="12191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ビジョン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011680"/>
            <a:ext cx="7619695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6459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3C3C3C"/>
                </a:solidFill>
              </a:defRPr>
            </a:pPr>
            <a:r>
              <a:t>年齢という境界を超え、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175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3C3C3C"/>
                </a:solidFill>
              </a:defRPr>
            </a:pPr>
            <a:r>
              <a:t>すべての人が可能性を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747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3C3C3C"/>
                </a:solidFill>
              </a:defRPr>
            </a:pPr>
            <a:r>
              <a:t>最大限に発揮できる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67EEA"/>
                </a:solidFill>
              </a:defRPr>
            </a:pPr>
            <a:r>
              <a:t>世界の創造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E1A"/>
                </a:solidFill>
              </a:defRPr>
            </a:pPr>
            <a:r>
              <a:t>事業内容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7720" y="1813560"/>
            <a:ext cx="3474720" cy="4114800"/>
          </a:xfrm>
          <a:prstGeom prst="roundRect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127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67EEA"/>
                </a:solidFill>
              </a:defRPr>
            </a:pPr>
            <a:r>
              <a:t>デジタル変革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020" y="3657600"/>
            <a:ext cx="3093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505050"/>
                </a:solidFill>
              </a:defRPr>
            </a:pPr>
            <a:r>
              <a:t>AI・クラウド・データ分析など</a:t>
            </a:r>
          </a:p>
          <a:p>
            <a:r>
              <a:t>最新技術を活用し、</a:t>
            </a:r>
          </a:p>
          <a:p>
            <a:r>
              <a:t>企業のビジネスプロセスを</a:t>
            </a:r>
          </a:p>
          <a:p>
            <a:r>
              <a:t>根本から変革します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8200" y="1813560"/>
            <a:ext cx="3474720" cy="4114800"/>
          </a:xfrm>
          <a:prstGeom prst="roundRect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73736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737360"/>
            <a:ext cx="3474720" cy="127000"/>
          </a:xfrm>
          <a:prstGeom prst="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576C"/>
                </a:solidFill>
              </a:defRPr>
            </a:pPr>
            <a:r>
              <a:t>人材開発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3657600"/>
            <a:ext cx="3093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505050"/>
                </a:solidFill>
              </a:defRPr>
            </a:pPr>
            <a:r>
              <a:t>多世代が学び合う</a:t>
            </a:r>
          </a:p>
          <a:p>
            <a:r>
              <a:t>共生型の人材育成プログラムで、</a:t>
            </a:r>
          </a:p>
          <a:p>
            <a:r>
              <a:t>組織の持続的成長を</a:t>
            </a:r>
          </a:p>
          <a:p>
            <a:r>
              <a:t>支援します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8680" y="1813560"/>
            <a:ext cx="3474720" cy="4114800"/>
          </a:xfrm>
          <a:prstGeom prst="roundRect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73736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737360"/>
            <a:ext cx="3474720" cy="127000"/>
          </a:xfrm>
          <a:prstGeom prst="rect">
            <a:avLst/>
          </a:prstGeom>
          <a:solidFill>
            <a:srgbClr val="FF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C864"/>
                </a:solidFill>
              </a:defRPr>
            </a:pPr>
            <a:r>
              <a:t>グローバル展開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2980" y="3657600"/>
            <a:ext cx="3093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505050"/>
                </a:solidFill>
              </a:defRPr>
            </a:pPr>
            <a:r>
              <a:t>言語と文化の壁を超えた</a:t>
            </a:r>
          </a:p>
          <a:p>
            <a:r>
              <a:t>グローバルビジネス支援で、</a:t>
            </a:r>
          </a:p>
          <a:p>
            <a:r>
              <a:t>世界市場での成功を</a:t>
            </a:r>
          </a:p>
          <a:p>
            <a:r>
              <a:t>目指します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7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E14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私たちの強み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645920"/>
            <a:ext cx="1097280" cy="10972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983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772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多様な世代の知見を</a:t>
            </a:r>
          </a:p>
          <a:p>
            <a:r>
              <a:t>活かしたイノベーション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983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72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最新テクノロジーと</a:t>
            </a:r>
          </a:p>
          <a:p>
            <a:r>
              <a:t>実務経験の融合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1097280" cy="1097280"/>
          </a:xfrm>
          <a:prstGeom prst="ellipse">
            <a:avLst/>
          </a:prstGeom>
          <a:solidFill>
            <a:srgbClr val="FF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843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058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お客様に寄り添う</a:t>
            </a:r>
          </a:p>
          <a:p>
            <a:r>
              <a:t>柔軟な対応力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931920"/>
            <a:ext cx="1097280" cy="109728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843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058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持続可能な社会への</a:t>
            </a:r>
          </a:p>
          <a:p>
            <a:r>
              <a:t>貢献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54864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お問い合わせ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560320"/>
            <a:ext cx="6705295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878"/>
                </a:solidFill>
              </a:defRPr>
            </a:pPr>
            <a:r>
              <a:t>会社名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7EEA"/>
                </a:solidFill>
              </a:defRPr>
            </a:pPr>
            <a:r>
              <a:t>株式会社エイジレス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520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878"/>
                </a:solidFill>
              </a:defRPr>
            </a:pPr>
            <a:r>
              <a:t>所在地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520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〒XXX-XXXX 東京都XXX区XXX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878"/>
                </a:solidFill>
              </a:defRPr>
            </a:pPr>
            <a:r>
              <a:t>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03-XXXX-XXXX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709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878"/>
                </a:solidFill>
              </a:defRPr>
            </a:pPr>
            <a: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709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info@ageless.co.jp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878"/>
                </a:solidFill>
              </a:defRPr>
            </a:pPr>
            <a: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7EEA"/>
                </a:solidFill>
              </a:defRPr>
            </a:pPr>
            <a:r>
              <a:t>www.ageless.co.jp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46464"/>
                </a:solidFill>
              </a:defRPr>
            </a:pPr>
            <a:r>
              <a:t>ご連絡お待ちしております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