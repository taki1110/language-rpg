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株式会社エイジレス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Ageless Inc. - 企業紹介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会社概要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株式会社エイジレスは、年齢にとらわれない価値の創造を使命とする企業です。</a:t>
            </a:r>
          </a:p>
          <a:p>
            <a:pPr algn="ctr"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</a:p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テクノロジーと人間性の融合により、</a:t>
            </a:r>
          </a:p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すべての世代が活躍できる社会の実現を目指しています。</a:t>
            </a:r>
          </a:p>
          <a:p>
            <a:pPr algn="ctr"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</a:p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設立: 20XX年</a:t>
            </a:r>
          </a:p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従業員数: XX名</a:t>
            </a:r>
          </a:p>
          <a:p>
            <a:pPr algn="ctr"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資本金: X,XXX万円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ビジョン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534095" cy="2743200"/>
          </a:xfrm>
          <a:prstGeom prst="roundRect">
            <a:avLst/>
          </a:prstGeom>
          <a:solidFill>
            <a:srgbClr val="FFFFFF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7619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3200">
                <a:solidFill>
                  <a:srgbClr val="000000"/>
                </a:solidFill>
              </a:defRPr>
            </a:pPr>
            <a:r>
              <a:t>年齢という境界を超え、</a:t>
            </a:r>
          </a:p>
          <a:p>
            <a:pPr algn="ctr">
              <a:spcBef>
                <a:spcPts val="800"/>
              </a:spcBef>
              <a:defRPr sz="3200">
                <a:solidFill>
                  <a:srgbClr val="000000"/>
                </a:solidFill>
              </a:defRPr>
            </a:pPr>
            <a:r>
              <a:t>すべての人が可能性を最大限に発揮できる</a:t>
            </a:r>
          </a:p>
          <a:p>
            <a:pPr algn="ctr">
              <a:spcBef>
                <a:spcPts val="800"/>
              </a:spcBef>
              <a:defRPr sz="3200">
                <a:solidFill>
                  <a:srgbClr val="000000"/>
                </a:solidFill>
              </a:defRPr>
            </a:pPr>
            <a:r>
              <a:t>世界の創造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</a:defRPr>
            </a:pPr>
            <a:r>
              <a:t>事業内容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3200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67EEA"/>
                </a:solidFill>
              </a:defRPr>
            </a:pPr>
            <a:r>
              <a:t>🚀 デジタル変革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最新技術を活用した</a:t>
            </a:r>
          </a:p>
          <a:p>
            <a:r>
              <a:t>ビジネス変革支援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011680"/>
            <a:ext cx="3200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67EEA"/>
                </a:solidFill>
              </a:defRPr>
            </a:pPr>
            <a:r>
              <a:t>👥 人材開発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多世代共生型の</a:t>
            </a:r>
          </a:p>
          <a:p>
            <a:r>
              <a:t>人材育成プログラム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011680"/>
            <a:ext cx="3200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67EEA"/>
                </a:solidFill>
              </a:defRPr>
            </a:pPr>
            <a:r>
              <a:t>🌐 グローバル展開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国境を越えた</a:t>
            </a:r>
          </a:p>
          <a:p>
            <a:r>
              <a:t>ビジネスサポート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7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</a:defRPr>
            </a:pPr>
            <a:r>
              <a:t>私たちの強み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1828800"/>
            <a:ext cx="731520" cy="7315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2E"/>
                </a:solidFill>
              </a:defRPr>
            </a:pPr>
            <a:r>
              <a:t>多様な世代の知見を活かしたイノベーション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2926080"/>
            <a:ext cx="731520" cy="7315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926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063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2E"/>
                </a:solidFill>
              </a:defRPr>
            </a:pPr>
            <a:r>
              <a:t>最新テクノロジーと実務経験の融合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4023360"/>
            <a:ext cx="731520" cy="7315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0233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160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2E"/>
                </a:solidFill>
              </a:defRPr>
            </a:pPr>
            <a:r>
              <a:t>お客様に寄り添う柔軟な対応力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5120640"/>
            <a:ext cx="731520" cy="7315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1206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257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A1A2E"/>
                </a:solidFill>
              </a:defRPr>
            </a:pPr>
            <a:r>
              <a:t>持続可能な社会への貢献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</a:defRPr>
            </a:pPr>
            <a:r>
              <a:t>お問い合わせ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011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会社名: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0116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1A2E"/>
                </a:solidFill>
              </a:defRPr>
            </a:pPr>
            <a:r>
              <a:t>株式会社エイジレス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834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所在地: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834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1A2E"/>
                </a:solidFill>
              </a:defRPr>
            </a:pPr>
            <a:r>
              <a:t>〒XXX-XXXX 東京都XXX区XXX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TEL: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6576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1A2E"/>
                </a:solidFill>
              </a:defRPr>
            </a:pPr>
            <a:r>
              <a:t>03-XXXX-XXXX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4805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Email: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480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1A2E"/>
                </a:solidFill>
              </a:defRPr>
            </a:pPr>
            <a:r>
              <a:t>info@ageless.co.jp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035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EEA"/>
                </a:solidFill>
              </a:defRPr>
            </a:pPr>
            <a:r>
              <a:t>Web: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3035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1A2E"/>
                </a:solidFill>
              </a:defRPr>
            </a:pPr>
            <a:r>
              <a:t>www.ageless.co.jp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